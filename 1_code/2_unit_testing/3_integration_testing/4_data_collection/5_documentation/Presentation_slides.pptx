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0"/>
  </p:notesMasterIdLst>
  <p:handoutMasterIdLst>
    <p:handoutMasterId r:id="rId11"/>
  </p:handoutMasterIdLst>
  <p:sldIdLst>
    <p:sldId id="312" r:id="rId5"/>
    <p:sldId id="304" r:id="rId6"/>
    <p:sldId id="282" r:id="rId7"/>
    <p:sldId id="315" r:id="rId8"/>
    <p:sldId id="297" r:id="rId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5388" autoAdjust="0"/>
  </p:normalViewPr>
  <p:slideViewPr>
    <p:cSldViewPr snapToGrid="0" snapToObjects="1">
      <p:cViewPr varScale="1">
        <p:scale>
          <a:sx n="91" d="100"/>
          <a:sy n="91" d="100"/>
        </p:scale>
        <p:origin x="370" y="6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Medical Esthetics Appointment System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Rachel Watts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Scheduling Errors</a:t>
            </a:r>
          </a:p>
          <a:p>
            <a:r>
              <a:rPr lang="en-US" dirty="0"/>
              <a:t>Provider Mismatch</a:t>
            </a:r>
          </a:p>
          <a:p>
            <a:r>
              <a:rPr lang="en-US" dirty="0"/>
              <a:t>Manual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>
            <a:normAutofit/>
          </a:bodyPr>
          <a:lstStyle/>
          <a:p>
            <a:r>
              <a:rPr lang="en-US" sz="2400" dirty="0"/>
              <a:t>Automated scheduling</a:t>
            </a:r>
          </a:p>
          <a:p>
            <a:r>
              <a:rPr lang="en-US" sz="2400" dirty="0"/>
              <a:t>Certification Checks</a:t>
            </a:r>
          </a:p>
          <a:p>
            <a:r>
              <a:rPr lang="en-US" sz="2400" dirty="0"/>
              <a:t>Availability validation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7796463" cy="3720337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sz="2400" dirty="0"/>
              <a:t>Appointment System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Error Handling</a:t>
            </a:r>
          </a:p>
          <a:p>
            <a:pPr marL="285750" indent="-285750">
              <a:buFontTx/>
              <a:buChar char="-"/>
            </a:pPr>
            <a:r>
              <a:rPr lang="en-US" sz="2400" dirty="0"/>
              <a:t>Data Validation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Efficient System</a:t>
            </a:r>
          </a:p>
          <a:p>
            <a:r>
              <a:rPr lang="en-US" dirty="0"/>
              <a:t>Easy to Use</a:t>
            </a:r>
          </a:p>
          <a:p>
            <a:r>
              <a:rPr lang="en-US" dirty="0"/>
              <a:t>Scalable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{EF04C008-8BEE-4B46-9857-5037ED564FAE}TF8a9b5915-b8c7-461e-8cdd-693d48b5e32371f7b7e2_win32-4bf0b9a2ea37</Template>
  <TotalTime>5</TotalTime>
  <Words>40</Words>
  <Application>Microsoft Office PowerPoint</Application>
  <PresentationFormat>Widescreen</PresentationFormat>
  <Paragraphs>20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Sabon Next LT</vt:lpstr>
      <vt:lpstr>Custom</vt:lpstr>
      <vt:lpstr>Medical Esthetics Appointment System  Rachel Watts</vt:lpstr>
      <vt:lpstr>Problem</vt:lpstr>
      <vt:lpstr>Solution</vt:lpstr>
      <vt:lpstr>Key Features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Rachel Watts</dc:creator>
  <cp:lastModifiedBy>Rachel Watts</cp:lastModifiedBy>
  <cp:revision>2</cp:revision>
  <dcterms:created xsi:type="dcterms:W3CDTF">2026-05-04T00:34:11Z</dcterms:created>
  <dcterms:modified xsi:type="dcterms:W3CDTF">2026-05-04T00:40:05Z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